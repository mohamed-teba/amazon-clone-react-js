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9" r:id="rId10"/>
    <p:sldId id="268" r:id="rId11"/>
    <p:sldId id="27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524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65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9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5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4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20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5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185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6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77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044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52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66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72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22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355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79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126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282" y="347131"/>
            <a:ext cx="9389953" cy="1313503"/>
          </a:xfrm>
        </p:spPr>
        <p:txBody>
          <a:bodyPr anchor="ctr">
            <a:normAutofit/>
          </a:bodyPr>
          <a:lstStyle/>
          <a:p>
            <a:pPr algn="ctr"/>
            <a:r>
              <a:rPr lang="en-US" b="1" u="sng" dirty="0" smtClean="0">
                <a:latin typeface="+mn-lt"/>
              </a:rPr>
              <a:t>Amazon - Clone </a:t>
            </a:r>
            <a:r>
              <a:rPr lang="en-US" b="1" u="sng" dirty="0" smtClean="0">
                <a:latin typeface="+mn-lt"/>
              </a:rPr>
              <a:t>- </a:t>
            </a:r>
            <a:r>
              <a:rPr lang="en-US" b="1" u="sng" dirty="0" err="1" smtClean="0">
                <a:latin typeface="+mn-lt"/>
              </a:rPr>
              <a:t>WebSite</a:t>
            </a:r>
            <a:endParaRPr lang="ar-EG" b="1" u="sng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786" y="2309647"/>
            <a:ext cx="9642201" cy="3208283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sz="2400" b="1" u="sng" dirty="0" smtClean="0">
                <a:solidFill>
                  <a:srgbClr val="FFFF00"/>
                </a:solidFill>
              </a:rPr>
              <a:t/>
            </a:r>
            <a:br>
              <a:rPr lang="en-US" sz="2400" b="1" u="sng" dirty="0" smtClean="0">
                <a:solidFill>
                  <a:srgbClr val="FFFF00"/>
                </a:solidFill>
              </a:rPr>
            </a:br>
            <a:r>
              <a:rPr lang="en-US" sz="2400" b="1" u="sng" dirty="0" smtClean="0">
                <a:solidFill>
                  <a:srgbClr val="FFFF00"/>
                </a:solidFill>
              </a:rPr>
              <a:t>Meet </a:t>
            </a:r>
            <a:r>
              <a:rPr lang="en-US" sz="2400" b="1" u="sng" dirty="0">
                <a:solidFill>
                  <a:srgbClr val="FFFF00"/>
                </a:solidFill>
              </a:rPr>
              <a:t>the </a:t>
            </a:r>
            <a:r>
              <a:rPr lang="en-US" sz="2400" b="1" u="sng" dirty="0" smtClean="0">
                <a:solidFill>
                  <a:srgbClr val="FFFF00"/>
                </a:solidFill>
              </a:rPr>
              <a:t>Team : </a:t>
            </a:r>
            <a:r>
              <a:rPr lang="en-US" sz="2400" b="1" dirty="0" smtClean="0">
                <a:solidFill>
                  <a:srgbClr val="FFFF00"/>
                </a:solidFill>
              </a:rPr>
              <a:t/>
            </a:r>
            <a:br>
              <a:rPr lang="en-US" sz="2400" b="1" dirty="0" smtClean="0">
                <a:solidFill>
                  <a:srgbClr val="FFFF00"/>
                </a:solidFill>
              </a:rPr>
            </a:br>
            <a:endParaRPr lang="en-US" sz="2400" b="1" dirty="0" smtClean="0">
              <a:solidFill>
                <a:srgbClr val="FFFF00"/>
              </a:solidFill>
            </a:endParaRPr>
          </a:p>
          <a:p>
            <a:pPr algn="l" rtl="0"/>
            <a:r>
              <a:rPr lang="en-US" sz="2400" b="1" dirty="0">
                <a:solidFill>
                  <a:srgbClr val="FFFF00"/>
                </a:solidFill>
              </a:rPr>
              <a:t>Khaled Hany</a:t>
            </a:r>
            <a:r>
              <a:rPr lang="en-US" sz="2400" dirty="0">
                <a:solidFill>
                  <a:srgbClr val="FFFF00"/>
                </a:solidFill>
              </a:rPr>
              <a:t> – Frontend Developer</a:t>
            </a:r>
          </a:p>
          <a:p>
            <a:pPr algn="l" rtl="0"/>
            <a:r>
              <a:rPr lang="en-US" sz="2400" b="1" dirty="0">
                <a:solidFill>
                  <a:srgbClr val="FFFF00"/>
                </a:solidFill>
              </a:rPr>
              <a:t>Mohamed Ibrahim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smtClean="0">
                <a:solidFill>
                  <a:srgbClr val="FFFF00"/>
                </a:solidFill>
              </a:rPr>
              <a:t>– Frontend </a:t>
            </a:r>
            <a:r>
              <a:rPr lang="en-US" sz="2400" dirty="0">
                <a:solidFill>
                  <a:srgbClr val="FFFF00"/>
                </a:solidFill>
              </a:rPr>
              <a:t>Developer</a:t>
            </a:r>
          </a:p>
          <a:p>
            <a:pPr algn="l" rtl="0"/>
            <a:r>
              <a:rPr lang="en-US" sz="2400" b="1" dirty="0">
                <a:solidFill>
                  <a:srgbClr val="FFFF00"/>
                </a:solidFill>
              </a:rPr>
              <a:t>Youssef Hatem</a:t>
            </a:r>
            <a:r>
              <a:rPr lang="en-US" sz="2400" dirty="0">
                <a:solidFill>
                  <a:srgbClr val="FFFF00"/>
                </a:solidFill>
              </a:rPr>
              <a:t> – Backend Integration &amp; Firebase</a:t>
            </a:r>
          </a:p>
          <a:p>
            <a:pPr algn="l" rtl="0"/>
            <a:r>
              <a:rPr lang="en-US" sz="2400" b="1" dirty="0" err="1" smtClean="0">
                <a:solidFill>
                  <a:srgbClr val="FFFF00"/>
                </a:solidFill>
              </a:rPr>
              <a:t>Faris</a:t>
            </a:r>
            <a:r>
              <a:rPr lang="en-US" sz="2400" b="1" dirty="0" smtClean="0">
                <a:solidFill>
                  <a:srgbClr val="FFFF00"/>
                </a:solidFill>
              </a:rPr>
              <a:t> </a:t>
            </a:r>
            <a:r>
              <a:rPr lang="en-US" sz="2400" b="1" dirty="0" err="1">
                <a:solidFill>
                  <a:srgbClr val="FFFF00"/>
                </a:solidFill>
              </a:rPr>
              <a:t>abdelbagi</a:t>
            </a:r>
            <a:r>
              <a:rPr lang="en-US" sz="2400" b="1" dirty="0">
                <a:solidFill>
                  <a:srgbClr val="FFFF00"/>
                </a:solidFill>
              </a:rPr>
              <a:t> </a:t>
            </a:r>
            <a:r>
              <a:rPr lang="en-US" sz="2400" dirty="0" smtClean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– Product Management &amp; Testing</a:t>
            </a:r>
          </a:p>
          <a:p>
            <a:pPr algn="l" rtl="0"/>
            <a:r>
              <a:rPr lang="en-US" sz="2400" b="1" dirty="0">
                <a:solidFill>
                  <a:srgbClr val="FFFF00"/>
                </a:solidFill>
              </a:rPr>
              <a:t>Ahmed </a:t>
            </a:r>
            <a:r>
              <a:rPr lang="en-US" sz="2400" b="1" dirty="0" err="1">
                <a:solidFill>
                  <a:srgbClr val="FFFF00"/>
                </a:solidFill>
              </a:rPr>
              <a:t>alazzbaawy</a:t>
            </a:r>
            <a:r>
              <a:rPr lang="en-US" sz="2400" dirty="0" smtClean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– API Integration &amp; </a:t>
            </a:r>
            <a:r>
              <a:rPr lang="en-US" sz="2400" dirty="0" err="1">
                <a:solidFill>
                  <a:srgbClr val="FFFF00"/>
                </a:solidFill>
              </a:rPr>
              <a:t>Redux</a:t>
            </a:r>
            <a:r>
              <a:rPr lang="en-US" sz="2400" dirty="0">
                <a:solidFill>
                  <a:srgbClr val="FFFF00"/>
                </a:solidFill>
              </a:rPr>
              <a:t> Management</a:t>
            </a:r>
          </a:p>
        </p:txBody>
      </p:sp>
    </p:spTree>
    <p:extLst>
      <p:ext uri="{BB962C8B-B14F-4D97-AF65-F5344CB8AC3E}">
        <p14:creationId xmlns:p14="http://schemas.microsoft.com/office/powerpoint/2010/main" val="241107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3022" y="357736"/>
            <a:ext cx="10364451" cy="1596177"/>
          </a:xfrm>
        </p:spPr>
        <p:txBody>
          <a:bodyPr/>
          <a:lstStyle/>
          <a:p>
            <a:pPr algn="l"/>
            <a:r>
              <a:rPr lang="en-US" b="1" dirty="0" smtClean="0">
                <a:cs typeface="+mn-cs"/>
              </a:rPr>
              <a:t>Experiment </a:t>
            </a:r>
            <a:r>
              <a:rPr lang="ar-EG" b="1" dirty="0" smtClean="0">
                <a:cs typeface="+mn-cs"/>
              </a:rPr>
              <a:t> </a:t>
            </a:r>
            <a:r>
              <a:rPr lang="en-US" b="1" dirty="0" smtClean="0"/>
              <a:t>Teamwork</a:t>
            </a:r>
            <a:endParaRPr lang="ar-EG" b="1" dirty="0">
              <a:cs typeface="+mn-cs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78069" y="1953913"/>
            <a:ext cx="9953790" cy="403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dirty="0"/>
              <a:t>Working with the team helped me learn how to communicate better and listen to others' opinions.</a:t>
            </a:r>
          </a:p>
          <a:p>
            <a:pPr algn="l" rtl="0"/>
            <a:r>
              <a:rPr lang="en-US" sz="1800" b="1" dirty="0"/>
              <a:t>We divided the tasks between us, and everyone had a clear role — we supported each other the whole time.</a:t>
            </a:r>
          </a:p>
          <a:p>
            <a:pPr algn="l" rtl="0"/>
            <a:r>
              <a:rPr lang="en-US" sz="1800" b="1" dirty="0"/>
              <a:t>We faced many challenges, but teamwork was what helped us overcome them.</a:t>
            </a:r>
          </a:p>
          <a:p>
            <a:pPr algn="l" rtl="0"/>
            <a:r>
              <a:rPr lang="en-US" sz="1800" b="1" dirty="0"/>
              <a:t>This experience made a big difference for me and made me love the idea of succeeding as a team, not as individuals.</a:t>
            </a:r>
          </a:p>
          <a:p>
            <a:pPr algn="l" rtl="0"/>
            <a:r>
              <a:rPr lang="en-US" sz="1800" b="1" dirty="0"/>
              <a:t>I also learned how to take responsibility for my part and deliver my work on time.</a:t>
            </a:r>
          </a:p>
          <a:p>
            <a:pPr algn="l" rtl="0"/>
            <a:r>
              <a:rPr lang="en-US" sz="1800" b="1" dirty="0"/>
              <a:t>I realized how fun and meaningful teamwork can be when everyone gives it their all.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ar-EG" altLang="ar-E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1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565" y="270644"/>
            <a:ext cx="8914908" cy="830317"/>
          </a:xfrm>
        </p:spPr>
        <p:txBody>
          <a:bodyPr anchor="ctr">
            <a:normAutofit fontScale="90000"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🛍 Project Idea and Type of </a:t>
            </a:r>
            <a:r>
              <a:rPr lang="en-US" sz="2800" b="1" dirty="0" smtClean="0"/>
              <a:t>e-Commerce </a:t>
            </a:r>
            <a:r>
              <a:rPr lang="en-US" sz="2800" b="1" dirty="0"/>
              <a:t>We Worked On</a:t>
            </a:r>
            <a:endParaRPr lang="ar-EG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497" y="1587064"/>
            <a:ext cx="11351171" cy="1755226"/>
          </a:xfrm>
        </p:spPr>
        <p:txBody>
          <a:bodyPr>
            <a:noAutofit/>
          </a:bodyPr>
          <a:lstStyle/>
          <a:p>
            <a:pPr algn="l" rtl="0"/>
            <a:r>
              <a:rPr lang="en-US" sz="1800" b="1" dirty="0">
                <a:solidFill>
                  <a:schemeClr val="tx1"/>
                </a:solidFill>
              </a:rPr>
              <a:t>The project is a simplified version of the Amazon website, offering an online shopping experience that includes login, product browsing, adding items to the cart, placing orders, and making payments, etc.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The type of </a:t>
            </a:r>
            <a:r>
              <a:rPr lang="en-US" sz="1800" b="1" dirty="0" smtClean="0">
                <a:solidFill>
                  <a:schemeClr val="tx1"/>
                </a:solidFill>
              </a:rPr>
              <a:t>e-Commerce </a:t>
            </a:r>
            <a:r>
              <a:rPr lang="en-US" sz="1800" b="1" dirty="0">
                <a:solidFill>
                  <a:schemeClr val="tx1"/>
                </a:solidFill>
              </a:rPr>
              <a:t>we worked on is B2C (Business to Customer), where the platform directly serves customers to purchase products online.</a:t>
            </a:r>
          </a:p>
          <a:p>
            <a:pPr algn="l" rtl="0"/>
            <a:endParaRPr lang="ar-EG" sz="1800" b="1" dirty="0">
              <a:solidFill>
                <a:schemeClr val="tx1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04497" y="4335518"/>
            <a:ext cx="11351171" cy="2054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1800" b="1" dirty="0">
                <a:solidFill>
                  <a:schemeClr val="tx1"/>
                </a:solidFill>
              </a:rPr>
              <a:t>We targeted everyday users who enjoy shopping online with ease and speed, without complications.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Our focus was on delivering a clean, fast, and responsive user interface across all devices (mobile – tablet – laptop).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The main age group we aimed for was between 18 and 40 years old</a:t>
            </a:r>
            <a:endParaRPr lang="ar-EG" sz="1800" b="1" dirty="0">
              <a:solidFill>
                <a:schemeClr val="tx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04497" y="3585341"/>
            <a:ext cx="8689976" cy="486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 rtl="0">
              <a:lnSpc>
                <a:spcPct val="150000"/>
              </a:lnSpc>
            </a:pPr>
            <a:r>
              <a:rPr lang="ar-EG" sz="2800" b="1" dirty="0"/>
              <a:t>🎯 </a:t>
            </a:r>
            <a:r>
              <a:rPr lang="en-US" sz="2800" b="1" dirty="0"/>
              <a:t>Target Users</a:t>
            </a:r>
            <a:endParaRPr lang="ar-EG" sz="2800" b="1" dirty="0"/>
          </a:p>
        </p:txBody>
      </p:sp>
    </p:spTree>
    <p:extLst>
      <p:ext uri="{BB962C8B-B14F-4D97-AF65-F5344CB8AC3E}">
        <p14:creationId xmlns:p14="http://schemas.microsoft.com/office/powerpoint/2010/main" val="419203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79055"/>
          </a:xfrm>
        </p:spPr>
        <p:txBody>
          <a:bodyPr/>
          <a:lstStyle/>
          <a:p>
            <a:pPr algn="l" rtl="0"/>
            <a:r>
              <a:rPr lang="ar-EG" b="1" dirty="0"/>
              <a:t>🛠 </a:t>
            </a:r>
            <a:r>
              <a:rPr lang="en-US" b="1" dirty="0"/>
              <a:t>Technologies Used</a:t>
            </a:r>
            <a:endParaRPr lang="ar-EG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13775" y="1597572"/>
            <a:ext cx="9848818" cy="56323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 smtClean="0">
                <a:latin typeface="Arial" panose="020B0604020202020204" pitchFamily="34" charset="0"/>
              </a:rPr>
              <a:t>React - For </a:t>
            </a:r>
            <a:r>
              <a:rPr lang="ar-EG" altLang="ar-EG" b="1" dirty="0">
                <a:latin typeface="Arial" panose="020B0604020202020204" pitchFamily="34" charset="0"/>
              </a:rPr>
              <a:t>building a dynamic and interactive UI.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>
                <a:latin typeface="Arial" panose="020B0604020202020204" pitchFamily="34" charset="0"/>
              </a:rPr>
              <a:t>Redux </a:t>
            </a:r>
            <a:r>
              <a:rPr lang="ar-EG" altLang="ar-EG" b="1" dirty="0" smtClean="0">
                <a:latin typeface="Arial" panose="020B0604020202020204" pitchFamily="34" charset="0"/>
              </a:rPr>
              <a:t>Toolkit - For </a:t>
            </a:r>
            <a:r>
              <a:rPr lang="ar-EG" altLang="ar-EG" b="1" dirty="0">
                <a:latin typeface="Arial" panose="020B0604020202020204" pitchFamily="34" charset="0"/>
              </a:rPr>
              <a:t>centralized and organized state management.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 smtClean="0">
                <a:latin typeface="Arial" panose="020B0604020202020204" pitchFamily="34" charset="0"/>
              </a:rPr>
              <a:t>Firebase - For </a:t>
            </a:r>
            <a:r>
              <a:rPr lang="ar-EG" altLang="ar-EG" b="1" dirty="0">
                <a:latin typeface="Arial" panose="020B0604020202020204" pitchFamily="34" charset="0"/>
              </a:rPr>
              <a:t>authentication, database storage, and order management.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>
                <a:latin typeface="Arial" panose="020B0604020202020204" pitchFamily="34" charset="0"/>
              </a:rPr>
              <a:t>Tailwind </a:t>
            </a:r>
            <a:r>
              <a:rPr lang="ar-EG" altLang="ar-EG" b="1" dirty="0" smtClean="0">
                <a:latin typeface="Arial" panose="020B0604020202020204" pitchFamily="34" charset="0"/>
              </a:rPr>
              <a:t>CSS - For </a:t>
            </a:r>
            <a:r>
              <a:rPr lang="ar-EG" altLang="ar-EG" b="1" dirty="0">
                <a:latin typeface="Arial" panose="020B0604020202020204" pitchFamily="34" charset="0"/>
              </a:rPr>
              <a:t>fast and modern UI styling.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>
                <a:latin typeface="Arial" panose="020B0604020202020204" pitchFamily="34" charset="0"/>
              </a:rPr>
              <a:t>React </a:t>
            </a:r>
            <a:r>
              <a:rPr lang="ar-EG" altLang="ar-EG" b="1" dirty="0" smtClean="0">
                <a:latin typeface="Arial" panose="020B0604020202020204" pitchFamily="34" charset="0"/>
              </a:rPr>
              <a:t>Router - For </a:t>
            </a:r>
            <a:r>
              <a:rPr lang="ar-EG" altLang="ar-EG" b="1" dirty="0">
                <a:latin typeface="Arial" panose="020B0604020202020204" pitchFamily="34" charset="0"/>
              </a:rPr>
              <a:t>smooth and simple page navigation.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>
                <a:latin typeface="Arial" panose="020B0604020202020204" pitchFamily="34" charset="0"/>
              </a:rPr>
              <a:t>Formik + </a:t>
            </a:r>
            <a:r>
              <a:rPr lang="ar-EG" altLang="ar-EG" b="1" dirty="0" smtClean="0">
                <a:latin typeface="Arial" panose="020B0604020202020204" pitchFamily="34" charset="0"/>
              </a:rPr>
              <a:t>Yup - </a:t>
            </a:r>
            <a:r>
              <a:rPr lang="ar-EG" altLang="ar-EG" b="1" dirty="0">
                <a:latin typeface="Arial" panose="020B0604020202020204" pitchFamily="34" charset="0"/>
              </a:rPr>
              <a:t>For form handling and validation.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 smtClean="0">
                <a:latin typeface="Arial" panose="020B0604020202020204" pitchFamily="34" charset="0"/>
              </a:rPr>
              <a:t>Axios -  For </a:t>
            </a:r>
            <a:r>
              <a:rPr lang="ar-EG" altLang="ar-EG" b="1" dirty="0">
                <a:latin typeface="Arial" panose="020B0604020202020204" pitchFamily="34" charset="0"/>
              </a:rPr>
              <a:t>communicating with APIs (CRUD operations).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ar-EG" b="1" dirty="0">
                <a:latin typeface="Arial" panose="020B0604020202020204" pitchFamily="34" charset="0"/>
              </a:rPr>
              <a:t>React Toastify, Spinners &amp; </a:t>
            </a:r>
            <a:r>
              <a:rPr lang="ar-EG" altLang="ar-EG" b="1" dirty="0" smtClean="0">
                <a:latin typeface="Arial" panose="020B0604020202020204" pitchFamily="34" charset="0"/>
              </a:rPr>
              <a:t> Icons - For </a:t>
            </a:r>
            <a:r>
              <a:rPr lang="ar-EG" altLang="ar-EG" b="1" dirty="0">
                <a:latin typeface="Arial" panose="020B0604020202020204" pitchFamily="34" charset="0"/>
              </a:rPr>
              <a:t>better user experience with notifications, loading indicators, and intuitive icons</a:t>
            </a:r>
          </a:p>
          <a:p>
            <a:pPr>
              <a:lnSpc>
                <a:spcPct val="200000"/>
              </a:lnSpc>
            </a:pP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299909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00380"/>
          </a:xfrm>
        </p:spPr>
        <p:txBody>
          <a:bodyPr/>
          <a:lstStyle/>
          <a:p>
            <a:pPr algn="l" rtl="0"/>
            <a:r>
              <a:rPr lang="en-US" b="1" dirty="0" smtClean="0"/>
              <a:t>Project Demo</a:t>
            </a:r>
            <a:endParaRPr lang="ar-E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491" y="1807780"/>
            <a:ext cx="10363826" cy="4582510"/>
          </a:xfrm>
        </p:spPr>
        <p:txBody>
          <a:bodyPr>
            <a:noAutofit/>
          </a:bodyPr>
          <a:lstStyle/>
          <a:p>
            <a:pPr algn="l" rtl="0">
              <a:lnSpc>
                <a:spcPct val="170000"/>
              </a:lnSpc>
            </a:pPr>
            <a:r>
              <a:rPr lang="en-US" sz="1600" b="1" u="sng" dirty="0" smtClean="0"/>
              <a:t>Main </a:t>
            </a:r>
            <a:r>
              <a:rPr lang="en-US" sz="1600" b="1" u="sng" dirty="0"/>
              <a:t>Pages </a:t>
            </a:r>
            <a:r>
              <a:rPr lang="en-US" sz="1600" b="1" u="sng" dirty="0" smtClean="0"/>
              <a:t>Overview :</a:t>
            </a:r>
            <a:endParaRPr lang="en-US" sz="1600" b="1" u="sng" dirty="0"/>
          </a:p>
          <a:p>
            <a:pPr algn="l" rtl="0">
              <a:lnSpc>
                <a:spcPct val="170000"/>
              </a:lnSpc>
            </a:pPr>
            <a:r>
              <a:rPr lang="en-US" sz="1600" b="1" dirty="0"/>
              <a:t>Home </a:t>
            </a:r>
            <a:r>
              <a:rPr lang="en-US" sz="1600" b="1" dirty="0" smtClean="0"/>
              <a:t>Page : </a:t>
            </a:r>
            <a:r>
              <a:rPr lang="en-US" sz="1600" b="1" dirty="0"/>
              <a:t>Displays products attractively with filtering options by category or brand.</a:t>
            </a:r>
          </a:p>
          <a:p>
            <a:pPr algn="l" rtl="0">
              <a:lnSpc>
                <a:spcPct val="170000"/>
              </a:lnSpc>
            </a:pPr>
            <a:r>
              <a:rPr lang="en-US" sz="1600" b="1" dirty="0"/>
              <a:t>Login / Register Page: Allows users to create a new account or log into an existing one.</a:t>
            </a:r>
          </a:p>
          <a:p>
            <a:pPr algn="l" rtl="0">
              <a:lnSpc>
                <a:spcPct val="170000"/>
              </a:lnSpc>
            </a:pPr>
            <a:r>
              <a:rPr lang="en-US" sz="1600" b="1" dirty="0"/>
              <a:t>Product </a:t>
            </a:r>
            <a:r>
              <a:rPr lang="en-US" sz="1600" b="1" dirty="0" smtClean="0"/>
              <a:t>Page : </a:t>
            </a:r>
            <a:r>
              <a:rPr lang="en-US" sz="1600" b="1" dirty="0"/>
              <a:t>Shows detailed information about the product, including price, reviews, and buttons to add to cart or </a:t>
            </a:r>
            <a:r>
              <a:rPr lang="en-US" sz="1600" b="1" dirty="0" err="1"/>
              <a:t>wishlist</a:t>
            </a:r>
            <a:r>
              <a:rPr lang="en-US" sz="1600" b="1" dirty="0"/>
              <a:t>.</a:t>
            </a:r>
          </a:p>
          <a:p>
            <a:pPr algn="l" rtl="0">
              <a:lnSpc>
                <a:spcPct val="170000"/>
              </a:lnSpc>
            </a:pPr>
            <a:r>
              <a:rPr lang="en-US" sz="1600" b="1" dirty="0"/>
              <a:t>Cart </a:t>
            </a:r>
            <a:r>
              <a:rPr lang="en-US" sz="1600" b="1" dirty="0" smtClean="0"/>
              <a:t>Page: </a:t>
            </a:r>
            <a:r>
              <a:rPr lang="en-US" sz="1600" b="1" dirty="0"/>
              <a:t>Lets users review selected items before checkout, modify quantity, or remove products.</a:t>
            </a:r>
          </a:p>
          <a:p>
            <a:pPr algn="l" rtl="0">
              <a:lnSpc>
                <a:spcPct val="170000"/>
              </a:lnSpc>
            </a:pPr>
            <a:r>
              <a:rPr lang="en-US" sz="1600" b="1" dirty="0"/>
              <a:t>Checkout </a:t>
            </a:r>
            <a:r>
              <a:rPr lang="en-US" sz="1600" b="1" dirty="0" smtClean="0"/>
              <a:t>Page : </a:t>
            </a:r>
            <a:r>
              <a:rPr lang="en-US" sz="1600" b="1" dirty="0"/>
              <a:t>A form to enter shipping information and select the payment method.</a:t>
            </a:r>
          </a:p>
          <a:p>
            <a:pPr algn="l" rtl="0">
              <a:lnSpc>
                <a:spcPct val="170000"/>
              </a:lnSpc>
            </a:pPr>
            <a:r>
              <a:rPr lang="en-US" sz="1600" b="1" dirty="0"/>
              <a:t>Orders </a:t>
            </a:r>
            <a:r>
              <a:rPr lang="en-US" sz="1600" b="1" dirty="0" smtClean="0"/>
              <a:t>Page : </a:t>
            </a:r>
            <a:r>
              <a:rPr lang="en-US" sz="1600" b="1" dirty="0"/>
              <a:t>Enables users to view their previous orders and their statuses (In Progress – Delivered)</a:t>
            </a:r>
          </a:p>
          <a:p>
            <a:pPr algn="l" rtl="0">
              <a:lnSpc>
                <a:spcPct val="170000"/>
              </a:lnSpc>
            </a:pPr>
            <a:endParaRPr lang="ar-EG" sz="1600" b="1" dirty="0"/>
          </a:p>
        </p:txBody>
      </p:sp>
    </p:spTree>
    <p:extLst>
      <p:ext uri="{BB962C8B-B14F-4D97-AF65-F5344CB8AC3E}">
        <p14:creationId xmlns:p14="http://schemas.microsoft.com/office/powerpoint/2010/main" val="196015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0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7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6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3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24284" y="2039007"/>
            <a:ext cx="5934969" cy="2023254"/>
          </a:xfrm>
        </p:spPr>
        <p:txBody>
          <a:bodyPr anchor="ctr"/>
          <a:lstStyle/>
          <a:p>
            <a:r>
              <a:rPr lang="en-US" b="1" dirty="0" smtClean="0"/>
              <a:t>Registration - </a:t>
            </a:r>
            <a:r>
              <a:rPr lang="en-US" b="1" dirty="0" err="1" smtClean="0"/>
              <a:t>PAge</a:t>
            </a:r>
            <a:endParaRPr lang="ar-EG" b="1" dirty="0"/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2" b="34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2655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08368" y="2049518"/>
            <a:ext cx="5934969" cy="2023254"/>
          </a:xfrm>
        </p:spPr>
        <p:txBody>
          <a:bodyPr anchor="ctr"/>
          <a:lstStyle/>
          <a:p>
            <a:r>
              <a:rPr lang="en-US" b="1" dirty="0" smtClean="0"/>
              <a:t>Login - Page</a:t>
            </a:r>
            <a:endParaRPr lang="ar-EG" b="1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7" r="21107"/>
          <a:stretch>
            <a:fillRect/>
          </a:stretch>
        </p:blipFill>
        <p:spPr>
          <a:xfrm>
            <a:off x="7536253" y="914400"/>
            <a:ext cx="3280974" cy="4572000"/>
          </a:xfrm>
        </p:spPr>
      </p:pic>
    </p:spTree>
    <p:extLst>
      <p:ext uri="{BB962C8B-B14F-4D97-AF65-F5344CB8AC3E}">
        <p14:creationId xmlns:p14="http://schemas.microsoft.com/office/powerpoint/2010/main" val="248171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3775" y="618518"/>
            <a:ext cx="10364451" cy="800380"/>
          </a:xfrm>
          <a:prstGeom prst="rect">
            <a:avLst/>
          </a:prstGeom>
        </p:spPr>
        <p:txBody>
          <a:bodyPr/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b="1" dirty="0"/>
              <a:t>Key Features Implemented:</a:t>
            </a:r>
            <a:endParaRPr lang="ar-EG" b="1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134491" y="1807779"/>
            <a:ext cx="10363826" cy="47401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ar-EG" sz="2400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3775" y="1608083"/>
            <a:ext cx="10363826" cy="475593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lnSpc>
                <a:spcPct val="150000"/>
              </a:lnSpc>
              <a:buNone/>
            </a:pPr>
            <a:r>
              <a:rPr lang="ar-EG" sz="2400" b="1" dirty="0" smtClean="0"/>
              <a:t> </a:t>
            </a:r>
            <a:r>
              <a:rPr lang="en-US" sz="2400" b="1" dirty="0"/>
              <a:t>Secure Login using Firebase Authentication</a:t>
            </a:r>
            <a:r>
              <a:rPr lang="en-US" sz="2400" b="1" dirty="0" smtClean="0"/>
              <a:t>.</a:t>
            </a:r>
          </a:p>
          <a:p>
            <a:pPr algn="l" rtl="0">
              <a:lnSpc>
                <a:spcPct val="150000"/>
              </a:lnSpc>
            </a:pPr>
            <a:r>
              <a:rPr lang="ar-EG" sz="2400" b="1" dirty="0" smtClean="0"/>
              <a:t> </a:t>
            </a:r>
            <a:r>
              <a:rPr lang="en-US" sz="2400" b="1" dirty="0"/>
              <a:t>Comprehensive Cart &amp; </a:t>
            </a:r>
            <a:r>
              <a:rPr lang="en-US" sz="2400" b="1" dirty="0" err="1"/>
              <a:t>Wishlist</a:t>
            </a:r>
            <a:r>
              <a:rPr lang="en-US" sz="2400" b="1" dirty="0"/>
              <a:t> Management with </a:t>
            </a:r>
            <a:r>
              <a:rPr lang="en-US" sz="2400" b="1" dirty="0" err="1"/>
              <a:t>Redux</a:t>
            </a:r>
            <a:r>
              <a:rPr lang="en-US" sz="2400" b="1" dirty="0"/>
              <a:t> Toolkit.</a:t>
            </a:r>
          </a:p>
          <a:p>
            <a:pPr algn="l" rtl="0">
              <a:lnSpc>
                <a:spcPct val="150000"/>
              </a:lnSpc>
            </a:pPr>
            <a:r>
              <a:rPr lang="ar-EG" sz="2400" b="1" dirty="0" smtClean="0"/>
              <a:t> </a:t>
            </a:r>
            <a:r>
              <a:rPr lang="en-US" sz="2400" b="1" dirty="0"/>
              <a:t>Fully Responsive Design that works seamlessly on mobile and tablet devices.</a:t>
            </a:r>
          </a:p>
          <a:p>
            <a:pPr algn="l" rtl="0">
              <a:lnSpc>
                <a:spcPct val="150000"/>
              </a:lnSpc>
            </a:pPr>
            <a:r>
              <a:rPr lang="ar-EG" sz="2400" b="1" dirty="0" smtClean="0"/>
              <a:t> </a:t>
            </a:r>
            <a:r>
              <a:rPr lang="en-US" sz="2400" b="1" dirty="0"/>
              <a:t>Real Order System with data stored and managed in Firebase.</a:t>
            </a:r>
          </a:p>
          <a:p>
            <a:pPr algn="l" rtl="0">
              <a:lnSpc>
                <a:spcPct val="150000"/>
              </a:lnSpc>
            </a:pPr>
            <a:r>
              <a:rPr lang="ar-EG" sz="2400" b="1" dirty="0" smtClean="0"/>
              <a:t> </a:t>
            </a:r>
            <a:r>
              <a:rPr lang="en-US" sz="2400" b="1" dirty="0"/>
              <a:t>Interactive Notifications using React </a:t>
            </a:r>
            <a:r>
              <a:rPr lang="en-US" sz="2400" b="1" dirty="0" err="1"/>
              <a:t>Toastify</a:t>
            </a:r>
            <a:r>
              <a:rPr lang="en-US" sz="2400" b="1" dirty="0"/>
              <a:t>.</a:t>
            </a:r>
          </a:p>
          <a:p>
            <a:pPr algn="l" rtl="0">
              <a:lnSpc>
                <a:spcPct val="150000"/>
              </a:lnSpc>
            </a:pPr>
            <a:r>
              <a:rPr lang="en-US" sz="2400" b="1" dirty="0" smtClean="0"/>
              <a:t> </a:t>
            </a:r>
            <a:r>
              <a:rPr lang="en-US" sz="2400" b="1" dirty="0"/>
              <a:t>High Performance powered by React and Tailwind CSS.</a:t>
            </a:r>
          </a:p>
          <a:p>
            <a:pPr rtl="0" eaLnBrk="0" fontAlgn="base" hangingPunct="0">
              <a:lnSpc>
                <a:spcPct val="150000"/>
              </a:lnSpc>
            </a:pPr>
            <a:endParaRPr lang="ar-EG" sz="2400" b="1" dirty="0"/>
          </a:p>
        </p:txBody>
      </p:sp>
    </p:spTree>
    <p:extLst>
      <p:ext uri="{BB962C8B-B14F-4D97-AF65-F5344CB8AC3E}">
        <p14:creationId xmlns:p14="http://schemas.microsoft.com/office/powerpoint/2010/main" val="143806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71888" y="376781"/>
            <a:ext cx="10337547" cy="579660"/>
          </a:xfrm>
          <a:prstGeom prst="rect">
            <a:avLst/>
          </a:prstGeom>
        </p:spPr>
        <p:txBody>
          <a:bodyPr/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sz="2800" b="1" dirty="0" smtClean="0"/>
              <a:t>Challenges </a:t>
            </a:r>
            <a:r>
              <a:rPr lang="en-US" sz="2800" b="1" dirty="0"/>
              <a:t>We Faced &amp; How We Solved Them:</a:t>
            </a:r>
            <a:endParaRPr lang="ar-EG" sz="28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5821" y="1135118"/>
            <a:ext cx="11487807" cy="53129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EG" altLang="ar-EG" sz="1400" b="1" u="sng" cap="none" dirty="0">
                <a:latin typeface="Arial" panose="020B0604020202020204" pitchFamily="34" charset="0"/>
              </a:rPr>
              <a:t>File Organization &amp; Component Overload:</a:t>
            </a:r>
            <a:r>
              <a:rPr lang="ar-EG" altLang="ar-EG" sz="1400" b="1" cap="none" dirty="0">
                <a:latin typeface="Arial" panose="020B0604020202020204" pitchFamily="34" charset="0"/>
              </a:rPr>
              <a:t/>
            </a:r>
            <a:br>
              <a:rPr lang="ar-EG" altLang="ar-EG" sz="1400" b="1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At first, the project became messy due to the large number of files and components.</a:t>
            </a:r>
            <a:br>
              <a:rPr lang="ar-EG" altLang="ar-EG" sz="1400" b="1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✅ We implemented a clear folder structure and followed a modular development approach to keep things organized</a:t>
            </a:r>
            <a:r>
              <a:rPr lang="ar-EG" altLang="ar-EG" sz="1400" b="1" cap="none" dirty="0" smtClean="0">
                <a:latin typeface="Arial" panose="020B0604020202020204" pitchFamily="34" charset="0"/>
              </a:rPr>
              <a:t>.</a:t>
            </a:r>
            <a:br>
              <a:rPr lang="ar-EG" altLang="ar-EG" sz="1400" b="1" cap="none" dirty="0" smtClean="0">
                <a:latin typeface="Arial" panose="020B0604020202020204" pitchFamily="34" charset="0"/>
              </a:rPr>
            </a:br>
            <a:endParaRPr lang="ar-EG" altLang="ar-EG" sz="1400" b="1" cap="none" dirty="0">
              <a:latin typeface="Arial" panose="020B0604020202020204" pitchFamily="34" charset="0"/>
            </a:endParaRPr>
          </a:p>
          <a:p>
            <a:pPr marL="457200" lvl="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EG" altLang="ar-EG" sz="1400" b="1" u="sng" cap="none" dirty="0">
                <a:latin typeface="Arial" panose="020B0604020202020204" pitchFamily="34" charset="0"/>
              </a:rPr>
              <a:t>Working with Firebase Authentication for the First Time:</a:t>
            </a:r>
            <a:br>
              <a:rPr lang="ar-EG" altLang="ar-EG" sz="1400" b="1" u="sng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Understanding the login flow and session management was a bit tricky.</a:t>
            </a:r>
            <a:br>
              <a:rPr lang="ar-EG" altLang="ar-EG" sz="1400" b="1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✅ We carefully read the official Firebase docs and implemented the flow step by step after fully understanding </a:t>
            </a:r>
            <a:r>
              <a:rPr lang="ar-EG" altLang="ar-EG" sz="1400" b="1" cap="none" dirty="0" smtClean="0">
                <a:latin typeface="Arial" panose="020B0604020202020204" pitchFamily="34" charset="0"/>
              </a:rPr>
              <a:t>it.</a:t>
            </a:r>
            <a:br>
              <a:rPr lang="ar-EG" altLang="ar-EG" sz="1400" b="1" cap="none" dirty="0" smtClean="0">
                <a:latin typeface="Arial" panose="020B0604020202020204" pitchFamily="34" charset="0"/>
              </a:rPr>
            </a:br>
            <a:endParaRPr lang="ar-EG" altLang="ar-EG" sz="1400" b="1" cap="none" dirty="0">
              <a:latin typeface="Arial" panose="020B0604020202020204" pitchFamily="34" charset="0"/>
            </a:endParaRPr>
          </a:p>
          <a:p>
            <a:pPr marL="457200" lvl="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EG" altLang="ar-EG" sz="1400" b="1" u="sng" cap="none" dirty="0">
                <a:latin typeface="Arial" panose="020B0604020202020204" pitchFamily="34" charset="0"/>
              </a:rPr>
              <a:t>Responsive Design Issues on Small Screens:</a:t>
            </a:r>
            <a:r>
              <a:rPr lang="ar-EG" altLang="ar-EG" sz="1400" b="1" cap="none" dirty="0">
                <a:latin typeface="Arial" panose="020B0604020202020204" pitchFamily="34" charset="0"/>
              </a:rPr>
              <a:t/>
            </a:r>
            <a:br>
              <a:rPr lang="ar-EG" altLang="ar-EG" sz="1400" b="1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Some pages didn’t display well on mobile or tablet screens.</a:t>
            </a:r>
            <a:br>
              <a:rPr lang="ar-EG" altLang="ar-EG" sz="1400" b="1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✅ We fixed that using Tailwind’s responsive breakpoints and tested the layout on multiple screen sizes</a:t>
            </a:r>
            <a:r>
              <a:rPr lang="ar-EG" altLang="ar-EG" sz="1400" b="1" cap="none" dirty="0" smtClean="0">
                <a:latin typeface="Arial" panose="020B0604020202020204" pitchFamily="34" charset="0"/>
              </a:rPr>
              <a:t>.</a:t>
            </a:r>
            <a:br>
              <a:rPr lang="ar-EG" altLang="ar-EG" sz="1400" b="1" cap="none" dirty="0" smtClean="0">
                <a:latin typeface="Arial" panose="020B0604020202020204" pitchFamily="34" charset="0"/>
              </a:rPr>
            </a:br>
            <a:endParaRPr lang="ar-EG" altLang="ar-EG" sz="1400" b="1" cap="none" dirty="0">
              <a:latin typeface="Arial" panose="020B0604020202020204" pitchFamily="34" charset="0"/>
            </a:endParaRPr>
          </a:p>
          <a:p>
            <a:pPr marL="457200" lvl="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ar-EG" altLang="ar-EG" sz="1400" b="1" u="sng" cap="none" dirty="0">
                <a:latin typeface="Arial" panose="020B0604020202020204" pitchFamily="34" charset="0"/>
              </a:rPr>
              <a:t>Data Duplication &amp; State Management Problems:</a:t>
            </a:r>
            <a:r>
              <a:rPr lang="ar-EG" altLang="ar-EG" sz="1400" b="1" cap="none" dirty="0">
                <a:latin typeface="Arial" panose="020B0604020202020204" pitchFamily="34" charset="0"/>
              </a:rPr>
              <a:t/>
            </a:r>
            <a:br>
              <a:rPr lang="ar-EG" altLang="ar-EG" sz="1400" b="1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Some data was being duplicated or not updating correctly.</a:t>
            </a:r>
            <a:br>
              <a:rPr lang="ar-EG" altLang="ar-EG" sz="1400" b="1" cap="none" dirty="0">
                <a:latin typeface="Arial" panose="020B0604020202020204" pitchFamily="34" charset="0"/>
              </a:rPr>
            </a:br>
            <a:r>
              <a:rPr lang="ar-EG" altLang="ar-EG" sz="1400" b="1" cap="none" dirty="0">
                <a:latin typeface="Arial" panose="020B0604020202020204" pitchFamily="34" charset="0"/>
              </a:rPr>
              <a:t>✅ We used Redux Toolkit in a clean, organized way by creating separate slices for each data domain.</a:t>
            </a:r>
          </a:p>
        </p:txBody>
      </p:sp>
    </p:spTree>
    <p:extLst>
      <p:ext uri="{BB962C8B-B14F-4D97-AF65-F5344CB8AC3E}">
        <p14:creationId xmlns:p14="http://schemas.microsoft.com/office/powerpoint/2010/main" val="364361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2" y="303207"/>
            <a:ext cx="10364451" cy="663745"/>
          </a:xfrm>
        </p:spPr>
        <p:txBody>
          <a:bodyPr/>
          <a:lstStyle/>
          <a:p>
            <a:pPr algn="l" rtl="0"/>
            <a:r>
              <a:rPr lang="en-US" b="1" dirty="0" smtClean="0"/>
              <a:t> </a:t>
            </a:r>
            <a:r>
              <a:rPr lang="en-US" b="1" dirty="0"/>
              <a:t>Future Steps &amp; Planned Enhancements</a:t>
            </a:r>
            <a:endParaRPr lang="ar-E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872" y="1200443"/>
            <a:ext cx="11057509" cy="5011170"/>
          </a:xfrm>
        </p:spPr>
        <p:txBody>
          <a:bodyPr>
            <a:noAutofit/>
          </a:bodyPr>
          <a:lstStyle/>
          <a:p>
            <a:pPr algn="l" rtl="0"/>
            <a:r>
              <a:rPr lang="en-US" sz="2800" b="1" u="sng" dirty="0"/>
              <a:t>We already have ideas to take this project to the next level:</a:t>
            </a:r>
          </a:p>
          <a:p>
            <a:pPr algn="l" rtl="0"/>
            <a:r>
              <a:rPr lang="en-US" sz="2800" b="1" dirty="0" smtClean="0"/>
              <a:t> </a:t>
            </a:r>
            <a:r>
              <a:rPr lang="en-US" sz="2800" b="1" dirty="0"/>
              <a:t>Implement a Ratings &amp; Reviews System to allow users to share feedback and rate products.</a:t>
            </a:r>
          </a:p>
          <a:p>
            <a:pPr algn="l" rtl="0"/>
            <a:r>
              <a:rPr lang="en-US" sz="2800" b="1" dirty="0" smtClean="0"/>
              <a:t> </a:t>
            </a:r>
            <a:r>
              <a:rPr lang="en-US" sz="2800" b="1" dirty="0"/>
              <a:t>Integrate Real Payment Gateways like Stripe or PayPal instead of the current dummy payment flow.</a:t>
            </a:r>
          </a:p>
          <a:p>
            <a:pPr algn="l" rtl="0"/>
            <a:r>
              <a:rPr lang="en-US" sz="2800" b="1" dirty="0" smtClean="0"/>
              <a:t> </a:t>
            </a:r>
            <a:r>
              <a:rPr lang="en-US" sz="2800" b="1" dirty="0"/>
              <a:t>Enhance User Experience with advanced filtering options and faster page loading.</a:t>
            </a:r>
          </a:p>
          <a:p>
            <a:pPr algn="l" rtl="0"/>
            <a:r>
              <a:rPr lang="en-US" sz="2800" b="1" dirty="0" smtClean="0"/>
              <a:t> </a:t>
            </a:r>
            <a:r>
              <a:rPr lang="en-US" sz="2800" b="1" dirty="0"/>
              <a:t>Develop an Admin Dashboard to manage products, orders, and user activity efficiently</a:t>
            </a:r>
          </a:p>
        </p:txBody>
      </p:sp>
    </p:spTree>
    <p:extLst>
      <p:ext uri="{BB962C8B-B14F-4D97-AF65-F5344CB8AC3E}">
        <p14:creationId xmlns:p14="http://schemas.microsoft.com/office/powerpoint/2010/main" val="296833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10" y="471373"/>
            <a:ext cx="10364451" cy="705786"/>
          </a:xfrm>
        </p:spPr>
        <p:txBody>
          <a:bodyPr>
            <a:normAutofit/>
          </a:bodyPr>
          <a:lstStyle/>
          <a:p>
            <a:pPr algn="l" rtl="0"/>
            <a:r>
              <a:rPr lang="ar-EG" b="1" dirty="0"/>
              <a:t>💡 </a:t>
            </a:r>
            <a:r>
              <a:rPr lang="en-US" b="1" dirty="0"/>
              <a:t>Key Takeaways &amp; Reflections</a:t>
            </a:r>
            <a:endParaRPr lang="ar-EG" b="1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42" y="1376854"/>
            <a:ext cx="11803116" cy="5255173"/>
          </a:xfrm>
        </p:spPr>
        <p:txBody>
          <a:bodyPr>
            <a:normAutofit/>
          </a:bodyPr>
          <a:lstStyle/>
          <a:p>
            <a:pPr algn="l" rtl="0"/>
            <a:r>
              <a:rPr lang="en-US" sz="2800" b="1" dirty="0" smtClean="0"/>
              <a:t>Good </a:t>
            </a:r>
            <a:r>
              <a:rPr lang="en-US" sz="2800" b="1" dirty="0"/>
              <a:t>Planning &amp; Structure at the beginning is essential for building any successful project.</a:t>
            </a:r>
          </a:p>
          <a:p>
            <a:pPr algn="l" rtl="0"/>
            <a:r>
              <a:rPr lang="en-US" sz="2800" b="1" dirty="0" smtClean="0"/>
              <a:t> </a:t>
            </a:r>
            <a:r>
              <a:rPr lang="en-US" sz="2800" b="1" dirty="0"/>
              <a:t>Teamwork Made a Huge Difference — it accelerated our progress and allowed knowledge-sharing across the team.</a:t>
            </a:r>
          </a:p>
          <a:p>
            <a:pPr algn="l" rtl="0"/>
            <a:r>
              <a:rPr lang="en-US" sz="2800" b="1" dirty="0" smtClean="0"/>
              <a:t> </a:t>
            </a:r>
            <a:r>
              <a:rPr lang="en-US" sz="2800" b="1" dirty="0"/>
              <a:t>A Very Practical Learning Experience — we faced real development challenges and learned how to solve them hands-on.</a:t>
            </a:r>
          </a:p>
          <a:p>
            <a:pPr algn="l" rtl="0"/>
            <a:r>
              <a:rPr lang="en-US" sz="2800" b="1" dirty="0" smtClean="0"/>
              <a:t> </a:t>
            </a:r>
            <a:r>
              <a:rPr lang="en-US" sz="2800" b="1" dirty="0"/>
              <a:t>Everyone on the Team Improved noticeably in both technical and collaboration skills — the journey was productive </a:t>
            </a:r>
            <a:r>
              <a:rPr lang="en-US" sz="2800" b="1" i="1" dirty="0"/>
              <a:t>and</a:t>
            </a:r>
            <a:r>
              <a:rPr lang="en-US" sz="2800" b="1" dirty="0"/>
              <a:t> fun!</a:t>
            </a:r>
          </a:p>
          <a:p>
            <a:pPr marL="0" indent="0" algn="l" rtl="0">
              <a:lnSpc>
                <a:spcPct val="200000"/>
              </a:lnSpc>
              <a:buNone/>
            </a:pPr>
            <a:endParaRPr lang="ar-EG" sz="2800" b="1" dirty="0"/>
          </a:p>
        </p:txBody>
      </p:sp>
    </p:spTree>
    <p:extLst>
      <p:ext uri="{BB962C8B-B14F-4D97-AF65-F5344CB8AC3E}">
        <p14:creationId xmlns:p14="http://schemas.microsoft.com/office/powerpoint/2010/main" val="343787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102</TotalTime>
  <Words>639</Words>
  <Application>Microsoft Office PowerPoint</Application>
  <PresentationFormat>Widescreen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Celestial</vt:lpstr>
      <vt:lpstr>Amazon - Clone - WebSite</vt:lpstr>
      <vt:lpstr>Experiment  Teamwork</vt:lpstr>
      <vt:lpstr>🛍 Project Idea and Type of e-Commerce We Worked On</vt:lpstr>
      <vt:lpstr>🛠 Technologies Used</vt:lpstr>
      <vt:lpstr>Project Demo</vt:lpstr>
      <vt:lpstr>PowerPoint Presentation</vt:lpstr>
      <vt:lpstr>PowerPoint Presentation</vt:lpstr>
      <vt:lpstr>PowerPoint Presentation</vt:lpstr>
      <vt:lpstr>PowerPoint Presentation</vt:lpstr>
      <vt:lpstr>Registration - PAge</vt:lpstr>
      <vt:lpstr>Login - Page</vt:lpstr>
      <vt:lpstr>PowerPoint Presentation</vt:lpstr>
      <vt:lpstr>PowerPoint Presentation</vt:lpstr>
      <vt:lpstr> Future Steps &amp; Planned Enhancements</vt:lpstr>
      <vt:lpstr>💡 Key Takeaways &amp; Reflections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Clone</dc:title>
  <dc:creator>green</dc:creator>
  <cp:lastModifiedBy>green</cp:lastModifiedBy>
  <cp:revision>13</cp:revision>
  <dcterms:created xsi:type="dcterms:W3CDTF">2025-07-30T10:11:08Z</dcterms:created>
  <dcterms:modified xsi:type="dcterms:W3CDTF">2025-07-30T14:19:16Z</dcterms:modified>
</cp:coreProperties>
</file>